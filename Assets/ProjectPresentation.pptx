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931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3841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1509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637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5094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1226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207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10525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8471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0684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303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AF56178-5F9D-49D9-9050-4E0B40653DA3}" type="datetimeFigureOut">
              <a:rPr lang="en-FI" smtClean="0"/>
              <a:t>12/05/2026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6769CF2-2063-4AE8-B027-87D02A9351E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051041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6D9C4-2AA8-4BB1-8570-3A497F2B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88D490-EB75-C06A-BEDF-8B94CF5EC46D}"/>
              </a:ext>
            </a:extLst>
          </p:cNvPr>
          <p:cNvSpPr txBox="1"/>
          <p:nvPr/>
        </p:nvSpPr>
        <p:spPr>
          <a:xfrm>
            <a:off x="3050412" y="2979336"/>
            <a:ext cx="5709721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Due to the fact that I want the game secret, I would not say the name of the game.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594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B0CC1A-3EF0-F815-138D-89A4958BD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7500212" cy="419217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D73264-B9D0-717F-1030-C536AD3D2A72}"/>
              </a:ext>
            </a:extLst>
          </p:cNvPr>
          <p:cNvSpPr txBox="1"/>
          <p:nvPr/>
        </p:nvSpPr>
        <p:spPr>
          <a:xfrm>
            <a:off x="7540487" y="4611756"/>
            <a:ext cx="3982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 webpage starts with a plan, here’s mine, simple? Yes. Good? Eh I’d not say so, but plan is a plan.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56655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E2447F-4485-EB3B-6EE9-0DB625C0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42098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8D29C7-C839-6C9F-C88B-B1B0639D9186}"/>
              </a:ext>
            </a:extLst>
          </p:cNvPr>
          <p:cNvSpPr txBox="1"/>
          <p:nvPr/>
        </p:nvSpPr>
        <p:spPr>
          <a:xfrm>
            <a:off x="7538448" y="1479058"/>
            <a:ext cx="32215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decided to start this presentation with: template page.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page is used to make all other pages, it is basic style of the every page’s layout.</a:t>
            </a:r>
          </a:p>
          <a:p>
            <a:endParaRPr lang="en-US" dirty="0"/>
          </a:p>
          <a:p>
            <a:r>
              <a:rPr lang="en-US" dirty="0"/>
              <a:t>The design: is obviously, in dark, easy and soft looking colors.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Oh and, to not have too much text, every page has :hover and such effects. But it’s not a video showcase so I couldn’t show them.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99242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59FD-C5A2-0537-20C5-074F35DF1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345942-E138-2B41-943C-B20C20614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587" y="21175"/>
            <a:ext cx="6442413" cy="3207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39D1C0-0511-32F3-DBB7-A22DE3E23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1175"/>
            <a:ext cx="6452543" cy="32073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FC7DDE-D9AB-ECE7-1FF9-3D0BB28150CE}"/>
              </a:ext>
            </a:extLst>
          </p:cNvPr>
          <p:cNvSpPr txBox="1"/>
          <p:nvPr/>
        </p:nvSpPr>
        <p:spPr>
          <a:xfrm>
            <a:off x="3818366" y="3903785"/>
            <a:ext cx="52683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they look like twins to you? Yeah I think the same too.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 decided to make register and log-in pages similar. Link is clickable.</a:t>
            </a:r>
          </a:p>
          <a:p>
            <a:endParaRPr lang="en-US" dirty="0"/>
          </a:p>
          <a:p>
            <a:r>
              <a:rPr lang="en-US" dirty="0"/>
              <a:t>In future the data (password and email) is going to be saved.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50579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F374-7DAA-E8B6-E3A4-967805F2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B9ED7BE-46A6-A060-7486-FFBA5E8ACCB2}"/>
              </a:ext>
            </a:extLst>
          </p:cNvPr>
          <p:cNvSpPr txBox="1"/>
          <p:nvPr/>
        </p:nvSpPr>
        <p:spPr>
          <a:xfrm>
            <a:off x="5799566" y="4122446"/>
            <a:ext cx="5268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an error page, not much to say, I decided to make a little more special than other pages but that’s it.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BD244-679A-4FE6-FD92-E2C179468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06209" cy="327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82D0-F3B2-0A54-3C45-7DACE053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ECEC55-A293-5A1B-7069-DDDCDCFE4229}"/>
              </a:ext>
            </a:extLst>
          </p:cNvPr>
          <p:cNvSpPr txBox="1"/>
          <p:nvPr/>
        </p:nvSpPr>
        <p:spPr>
          <a:xfrm>
            <a:off x="5872453" y="3698377"/>
            <a:ext cx="52683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main page where the game would be. It also leads towards registration/log-in.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 bet, you noticed already the dark area, the reason is, I keep the game completely hidden, although, to make it more interesting I’ve left small areas that could hint you towards what is this game going to be.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96F91-C927-37CD-3B72-8BC15EA7B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691478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8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D117-25CF-26D1-CDE3-3750C2BB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F873526-62D8-73D8-DD25-C153A45AC7E8}"/>
              </a:ext>
            </a:extLst>
          </p:cNvPr>
          <p:cNvSpPr txBox="1"/>
          <p:nvPr/>
        </p:nvSpPr>
        <p:spPr>
          <a:xfrm>
            <a:off x="3461824" y="2136338"/>
            <a:ext cx="52683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Last note from me: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This game is simple, do not expect it to be a big project.</a:t>
            </a:r>
          </a:p>
          <a:p>
            <a:endParaRPr lang="en-US" dirty="0"/>
          </a:p>
          <a:p>
            <a:r>
              <a:rPr lang="en-US" dirty="0"/>
              <a:t>- Everything up to the last line of code in </a:t>
            </a:r>
            <a:r>
              <a:rPr lang="en-US" dirty="0" err="1"/>
              <a:t>css</a:t>
            </a:r>
            <a:r>
              <a:rPr lang="en-US" dirty="0"/>
              <a:t> files is subject to change.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32428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308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Tsemko Dmytri</dc:creator>
  <cp:lastModifiedBy>Tsemko Dmytri</cp:lastModifiedBy>
  <cp:revision>2</cp:revision>
  <dcterms:created xsi:type="dcterms:W3CDTF">2026-05-12T10:03:08Z</dcterms:created>
  <dcterms:modified xsi:type="dcterms:W3CDTF">2026-05-12T10:38:40Z</dcterms:modified>
</cp:coreProperties>
</file>